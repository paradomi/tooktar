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1F77B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9326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배리어프리 대중교통 안내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툭 타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Took-Tah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교통약자를 위한 한 번의 터치, 안심 이동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  ·  유모차  ·  고령자  ·  시각장애인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5897880"/>
            <a:ext cx="3657600" cy="0"/>
          </a:xfrm>
          <a:prstGeom prst="line">
            <a:avLst/>
          </a:prstGeom>
          <a:noFill/>
          <a:ln w="12700">
            <a:solidFill>
              <a:srgbClr val="3150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0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· Python 기반 발표용 프로토타입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 ·  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이동의 정보는 흩어져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6700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1097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77440"/>
            <a:ext cx="914400" cy="91440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151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95728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정보 단절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34340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버스가 저상인지, 지금 오는지 한눈에 알기 어렵다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66160" y="1920240"/>
            <a:ext cx="26700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920240"/>
            <a:ext cx="2670048" cy="1097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2377440"/>
            <a:ext cx="914400" cy="91440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261518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21808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840480" y="361188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 시설 접근성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840480" y="434340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엘리베이터·리프트 위치, 환승 경로 정보가 분산되어 있다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92240" y="1920240"/>
            <a:ext cx="26700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1920240"/>
            <a:ext cx="2670048" cy="1097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21" name="Shape 17"/>
          <p:cNvSpPr/>
          <p:nvPr/>
        </p:nvSpPr>
        <p:spPr>
          <a:xfrm>
            <a:off x="6812280" y="2377440"/>
            <a:ext cx="914400" cy="91440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261518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6766560" y="361188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출구 선택의 혼란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766560" y="434340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개 출구 중 어디로 나가야 목적지에 가까운지 모른다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418320" y="1920240"/>
            <a:ext cx="26700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18320" y="1920240"/>
            <a:ext cx="2670048" cy="1097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28" name="Shape 23"/>
          <p:cNvSpPr/>
          <p:nvPr/>
        </p:nvSpPr>
        <p:spPr>
          <a:xfrm>
            <a:off x="9738360" y="2377440"/>
            <a:ext cx="914400" cy="91440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615184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173968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9692640" y="361188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환승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692640" y="4343400"/>
            <a:ext cx="216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갈아타고 얼마나 걷는지 직관적이지 않다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  ·  한눈에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출발지·목적지만 입력하면, 이동 전 과정을 한 화면에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5856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2" y="2472538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경로 3종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길 · 휠체어 맞춤 · 덜 걷는 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36592" y="225856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2" y="247253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실시간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판별로 저상 여부 확인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96596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77072" y="225856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042" y="247253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5548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도착·막차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55548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방면 필터 + 막차 안내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65760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395020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2" y="4164178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 교통약자 시설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874520" y="4370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엘리베이터·리프트·이동 동선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80560" y="365760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36592" y="395020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562" y="4164178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1500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 브리핑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715000" y="4370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도면 분석 + TTS 읽어주기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321040" y="3657600"/>
            <a:ext cx="3566160" cy="1417320"/>
          </a:xfrm>
          <a:prstGeom prst="rect">
            <a:avLst/>
          </a:prstGeom>
          <a:solidFill>
            <a:srgbClr val="143A5E"/>
          </a:solidFill>
          <a:ln w="12700">
            <a:solidFill>
              <a:srgbClr val="2A4D6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577072" y="395020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1042" y="4164178"/>
            <a:ext cx="395021" cy="3950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55480" y="3913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실시간 위치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555480" y="4370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 자동 추적 안내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PREVIEW  ·  앱 미리보기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동작 화면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2264343" y="1783080"/>
            <a:ext cx="1934678" cy="3922776"/>
          </a:xfrm>
          <a:prstGeom prst="roundRect">
            <a:avLst>
              <a:gd name="adj" fmla="val 7562"/>
            </a:avLst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6" name="Image 0" descr="presentation/screens/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071" y="1892808"/>
            <a:ext cx="171522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7143" y="5870448"/>
            <a:ext cx="2849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· 자주 가는 곳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07143" y="6236208"/>
            <a:ext cx="2849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터치로 출발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13421" y="1783080"/>
            <a:ext cx="1934678" cy="3922776"/>
          </a:xfrm>
          <a:prstGeom prst="roundRect">
            <a:avLst>
              <a:gd name="adj" fmla="val 7562"/>
            </a:avLst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0" name="Image 1" descr="presentation/screens/02_rou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149" y="1892808"/>
            <a:ext cx="1715222" cy="3703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6221" y="5870448"/>
            <a:ext cx="2849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탐색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56221" y="6236208"/>
            <a:ext cx="2849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모드별 추천 + 저상버스 도착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62499" y="1783080"/>
            <a:ext cx="1934678" cy="3922776"/>
          </a:xfrm>
          <a:prstGeom prst="roundRect">
            <a:avLst>
              <a:gd name="adj" fmla="val 7562"/>
            </a:avLst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4" name="Image 2" descr="presentation/screens/03_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227" y="1892808"/>
            <a:ext cx="1715222" cy="3703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5299" y="5870448"/>
            <a:ext cx="2849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상세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505299" y="6236208"/>
            <a:ext cx="2849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· 단계 안내 · 시설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  ·  개발 스택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오픈소스 + 공공·외부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103120"/>
            <a:ext cx="868680" cy="86868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545" y="23289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671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· 프레임워크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926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3.11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(멀티페이지 UI)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(services HTTP 노출)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103120"/>
            <a:ext cx="868680" cy="8686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825" y="23289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671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· 프론트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75120" y="2926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Maps SDK (위성/하이브리드)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streamlit-searchbox (자동완성)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streamlit-js-eval (GPS)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24528"/>
            <a:ext cx="5349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544568"/>
            <a:ext cx="868680" cy="86868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45" y="4770425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6085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API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005840" y="536752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GBIS (버스 도착/위치)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국토부 TAGO (전국 버스)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KRIC 레일포털 (운행시각표·시설)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09360" y="4224528"/>
            <a:ext cx="5349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01968" y="4544568"/>
            <a:ext cx="868680" cy="868680"/>
          </a:xfrm>
          <a:prstGeom prst="ellipse">
            <a:avLst/>
          </a:prstGeom>
          <a:solidFill>
            <a:srgbClr val="7A4FB5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5" y="4770425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6085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· AI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675120" y="536752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ODsay (대중교통 경로)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(계단 회피 보행)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Gemini Vision (도면 분석)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FEATURES  ·  앱의 요소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맞춘 3가지 경로 모드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58444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18872" cy="274320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30552"/>
            <a:ext cx="914400" cy="91440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36829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1671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길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11680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최단 시간 우선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도착 임박 경로 우선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소요시간 기준 정렬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98848" y="1783080"/>
            <a:ext cx="358444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783080"/>
            <a:ext cx="118872" cy="2743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2130552"/>
            <a:ext cx="914400" cy="91440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36829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70448" y="21671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 맞춤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870448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배리어프리 우선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64608" y="3337560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확정 경로 최상단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회피·엘리베이터 동선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357616" y="1783080"/>
            <a:ext cx="358444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57616" y="1783080"/>
            <a:ext cx="118872" cy="2743200"/>
          </a:xfrm>
          <a:prstGeom prst="rect">
            <a:avLst/>
          </a:prstGeom>
          <a:solidFill>
            <a:srgbClr val="0F2E4D"/>
          </a:solidFill>
          <a:ln/>
        </p:spPr>
      </p:sp>
      <p:sp>
        <p:nvSpPr>
          <p:cNvPr id="21" name="Shape 17"/>
          <p:cNvSpPr/>
          <p:nvPr/>
        </p:nvSpPr>
        <p:spPr>
          <a:xfrm>
            <a:off x="8705088" y="2130552"/>
            <a:ext cx="914400" cy="914400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368296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729216" y="21671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걷는 길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9729216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보행 최소화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723376" y="3337560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거리 최소 경로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환승 적은 순으로 정렬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4754880"/>
            <a:ext cx="10881360" cy="1417320"/>
          </a:xfrm>
          <a:prstGeom prst="rect">
            <a:avLst/>
          </a:prstGeom>
          <a:solidFill>
            <a:srgbClr val="0F2E4D"/>
          </a:solidFill>
          <a:ln/>
        </p:spPr>
      </p:sp>
      <p:sp>
        <p:nvSpPr>
          <p:cNvPr id="27" name="Text 22"/>
          <p:cNvSpPr/>
          <p:nvPr/>
        </p:nvSpPr>
        <p:spPr>
          <a:xfrm>
            <a:off x="914400" y="4956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편의 기능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가는 곳  ·  최근 검색  ·  현재 위치 GPS  ·  출발/도착 자동완성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①  ·  실시간 교통정보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 전에 미리 확인하는 도착·저상 정보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3289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94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실시간 도착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960120" y="3200400"/>
            <a:ext cx="960120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2004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57400" y="31821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lowPlate 필드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057400" y="35295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API의 저상 플래그 직접 확인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4114800"/>
            <a:ext cx="960120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1148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57400" y="40965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위치 조회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057400" y="44439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운행 중 차량의 저상 여부 교차 확인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60120" y="5029200"/>
            <a:ext cx="960120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5029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057400" y="50109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노선 키워드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057400" y="53583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노선 정보의 저상 운행 여부 확인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1783080"/>
            <a:ext cx="5349240" cy="4297680"/>
          </a:xfrm>
          <a:prstGeom prst="rect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2103120"/>
            <a:ext cx="868680" cy="86868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7" y="2328977"/>
            <a:ext cx="416966" cy="41696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0" y="2194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도착시간 · 막차</a:t>
            </a:r>
            <a:endParaRPr lang="en-US" sz="1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2461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0" y="32004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방면 필터링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949440" y="352958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가는 방향 열차만 선별해 표시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5935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39136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막차 안내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949440" y="424281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막차 통과 시 'after_last' 상태로 안내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67258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49440" y="46268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KRIC 운행시각표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949440" y="495604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역사별 시간표 기반, 분 단위 로컬 재계산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538581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53400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인접역 방면 표기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6949440" y="56692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(종점, 인접역) 방면 — 실제 표지판과 동일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②  ·  접근성 &amp;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안에서의 이동까지 책임지는 안내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5844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584448" cy="10972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194560"/>
            <a:ext cx="960120" cy="96012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751" y="244419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83280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 교통약자 시설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2990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KRIC 엘리베이터·리프트 위치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역내 이동 동선 + 환승 이동 정보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노선 인지 역코드 매칭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98848" y="1783080"/>
            <a:ext cx="35844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8848" y="1783080"/>
            <a:ext cx="358444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Shape 10"/>
          <p:cNvSpPr/>
          <p:nvPr/>
        </p:nvSpPr>
        <p:spPr>
          <a:xfrm>
            <a:off x="4818888" y="2194560"/>
            <a:ext cx="960120" cy="96012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244419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73168" y="3383280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출구 자동 판별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18888" y="4160520"/>
            <a:ext cx="2990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정류장과 가장 가까운 출구 추천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Tier1 정규식 + Tier2 GPS 최근접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브리핑·시설 탭 동기화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57616" y="1783080"/>
            <a:ext cx="358444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57616" y="1783080"/>
            <a:ext cx="3584448" cy="109728"/>
          </a:xfrm>
          <a:prstGeom prst="rect">
            <a:avLst/>
          </a:prstGeom>
          <a:solidFill>
            <a:srgbClr val="7A4FB5"/>
          </a:solidFill>
          <a:ln/>
        </p:spPr>
      </p:sp>
      <p:sp>
        <p:nvSpPr>
          <p:cNvPr id="19" name="Shape 15"/>
          <p:cNvSpPr/>
          <p:nvPr/>
        </p:nvSpPr>
        <p:spPr>
          <a:xfrm>
            <a:off x="8677656" y="2194560"/>
            <a:ext cx="960120" cy="960120"/>
          </a:xfrm>
          <a:prstGeom prst="ellipse">
            <a:avLst/>
          </a:prstGeom>
          <a:solidFill>
            <a:srgbClr val="7A4FB5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287" y="244419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31936" y="3383280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브리핑 + TTS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77656" y="4160520"/>
            <a:ext cx="2990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Vision 역사 도면 분석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 관점 4~5문장 안내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음성으로 읽어주기 (Web Speech)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①  ·  핵심 알고리즘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정확도를 끌어올린 판별 로직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18872" cy="13258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75688"/>
            <a:ext cx="749808" cy="749808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790" y="2270638"/>
            <a:ext cx="359908" cy="3599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1965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저상버스 3단계 폴백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103120" y="24048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lowPlate → 차량 위치 → 노선 키워드 순으로 단계적 확인. 한 단계가 비어도 다음 단계로 보완해 누락을 최소화.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273552"/>
            <a:ext cx="10881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273552"/>
            <a:ext cx="118872" cy="13258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840" y="3566160"/>
            <a:ext cx="749808" cy="749808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90" y="3761110"/>
            <a:ext cx="359908" cy="3599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03120" y="3456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출구 ↔ 정류장 거리 매칭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103120" y="389534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역의 모든 출구 좌표를 카카오로 병렬 수집한 뒤, 버스 정류장과 최단 거리 출구를 추천. 정규식(Tier1) 우선, 없으면 GPS 최근접(Tier2).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764024"/>
            <a:ext cx="10881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4764024"/>
            <a:ext cx="118872" cy="13258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9" name="Shape 15"/>
          <p:cNvSpPr/>
          <p:nvPr/>
        </p:nvSpPr>
        <p:spPr>
          <a:xfrm>
            <a:off x="1005840" y="5056632"/>
            <a:ext cx="749808" cy="749808"/>
          </a:xfrm>
          <a:prstGeom prst="ellipse">
            <a:avLst/>
          </a:prstGeom>
          <a:solidFill>
            <a:srgbClr val="0F2E4D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90" y="5251582"/>
            <a:ext cx="359908" cy="3599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03120" y="494690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노선 인지 환승역 처리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2103120" y="538581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동명 환승역은 노선명을 정규화해 정확한 역코드 선택. 예) 이매역 — 경강선 K411 vs 수인분당선 '이매(성남아트센터)' K227 구분.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65760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②  ·  성능 최적화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화면, 그리고 API 한도 관리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1965960"/>
          </a:xfrm>
          <a:prstGeom prst="rect">
            <a:avLst/>
          </a:prstGeom>
          <a:solidFill>
            <a:srgbClr val="143A5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21408"/>
            <a:ext cx="777240" cy="77724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23490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 호출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ThreadPoolExecutor로 여러 정류장·역의 API를 동시에 호출. 출구 좌표 수집 약 3~6초 → 0.7초로 단축.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349240" cy="1965960"/>
          </a:xfrm>
          <a:prstGeom prst="rect">
            <a:avLst/>
          </a:prstGeom>
          <a:solidFill>
            <a:srgbClr val="143A5E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121408"/>
            <a:ext cx="777240" cy="77724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2323490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버킷 캐시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2940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정적인 지하철 시간표는 5분 캐시 후 분 단위만 로컬 재계산. 버스 도착은 60초 버킷으로 호출량 절감.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87368"/>
            <a:ext cx="5349240" cy="1965960"/>
          </a:xfrm>
          <a:prstGeom prst="rect">
            <a:avLst/>
          </a:prstGeom>
          <a:solidFill>
            <a:srgbClr val="143A5E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4379976"/>
            <a:ext cx="777240" cy="77724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4582058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61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보행 파이프라인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60120" y="50932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보행 경로를 좌표 계산 → 미캐시분 병렬 호출 → 조립 단계로 분리해 중복 호출 제거.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4087368"/>
            <a:ext cx="5349240" cy="1965960"/>
          </a:xfrm>
          <a:prstGeom prst="rect">
            <a:avLst/>
          </a:prstGeom>
          <a:solidFill>
            <a:srgbClr val="143A5E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0" y="4379976"/>
            <a:ext cx="777240" cy="77724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4582058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361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한도 보호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629400" y="50932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지역 판별 호출 제거(GBIS 우선→TAGO 폴백), lru_cache·session_state 캐시로 중복 요청 차단.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  ·  시스템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· 서비스 · 외부 API의 3계층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3291840" cy="6400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/ UI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32918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멀티페이지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· 경로탐색 · 경로상세 · 설정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Maps SDK 지도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87368" y="3200400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636008" y="2011680"/>
            <a:ext cx="3291840" cy="640080"/>
          </a:xfrm>
          <a:prstGeom prst="rect">
            <a:avLst/>
          </a:prstGeom>
          <a:solidFill>
            <a:srgbClr val="0F2E4D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계층 (services/)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36008" y="2651760"/>
            <a:ext cx="32918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56048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geocode · kakao_local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odsay · tmap · bus_arrival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rail_portal · subway_arrival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ai_briefing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46136" y="3200400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494776" y="2011680"/>
            <a:ext cx="3291840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494776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· 공공 API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94776" y="2651760"/>
            <a:ext cx="32918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14816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GBIS · TAGO · KRIC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ODsay · Tmap · Kakao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Gemini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solidFill>
            <a:srgbClr val="0F2E4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백엔드 병행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services 함수를 HTTP로 노출해 향후 React 마이그레이션 대비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PRINCIPLES  ·  접근성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교통약자를 최우선에 둔 UI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" cy="64008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07568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289658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075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터치 영역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버튼 최소 48×48dp, 본문 18px 이상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2075688"/>
            <a:ext cx="822960" cy="82296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18" y="228965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075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고대비 색상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27448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컬러 #1F77B4, 명확한 명암 대비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17830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2208" y="207568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178" y="228965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64040" y="2075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세로 최적화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22208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1080×1920 기준, 한 손 조작 동선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8404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" y="4133088"/>
            <a:ext cx="822960" cy="82296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8" y="4347058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133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상시 적용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4983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실행 시 현재 위치 자동 인식·지도 표시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434840" y="38404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27448" y="4133088"/>
            <a:ext cx="822960" cy="822960"/>
          </a:xfrm>
          <a:prstGeom prst="ellipse">
            <a:avLst/>
          </a:prstGeom>
          <a:solidFill>
            <a:srgbClr val="1F77B4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418" y="4347058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4133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안내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27448" y="4983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브리핑 TTS로 듣기 지원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229600" y="384048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22208" y="4133088"/>
            <a:ext cx="822960" cy="82296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F2E4D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178" y="4347058"/>
            <a:ext cx="395021" cy="3950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64040" y="4133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 동선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522208" y="4983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회피·엘리베이터 우선 경로 제공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1F77B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  ·  기타 &amp; 향후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동작하고, 더 확장됩니다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770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Community Cloud (tooktar.streamlit.app)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198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383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3730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분리 / st.secrets, API 키 비커밋 원칙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799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폴백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4690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실패 시 더미 데이터로 시연 안정성 확보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09360" y="1874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45973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실시간 확대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66560" y="2770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국가철도공단 API 승인 시 실시간 도착 강화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198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66560" y="3383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마이그레이션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766560" y="3730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백엔드 기반으로 점진적 전환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379976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6656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커버리지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766560" y="4690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TAGO 도시코드 확장으로 비수도권 강화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31506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툭 타 — 한 번의 터치로, 누구에게나 열린 이동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툭 타 (Took-Tah) 앱 소개</dc:title>
  <dc:subject>PptxGenJS Presentation</dc:subject>
  <dc:creator>툭 타 팀</dc:creator>
  <cp:lastModifiedBy>툭 타 팀</cp:lastModifiedBy>
  <cp:revision>1</cp:revision>
  <dcterms:created xsi:type="dcterms:W3CDTF">2026-05-29T03:24:02Z</dcterms:created>
  <dcterms:modified xsi:type="dcterms:W3CDTF">2026-05-29T03:24:02Z</dcterms:modified>
</cp:coreProperties>
</file>